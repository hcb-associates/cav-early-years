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E82"/>
    <a:srgbClr val="F38120"/>
    <a:srgbClr val="1B2C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88564F-2897-43EB-93CA-4192D141789B}" v="141" dt="2024-11-11T12:56:36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ny Currie" userId="72c8be6cffdacb3e" providerId="LiveId" clId="{A588564F-2897-43EB-93CA-4192D141789B}"/>
    <pc:docChg chg="custSel modMainMaster">
      <pc:chgData name="Jonny Currie" userId="72c8be6cffdacb3e" providerId="LiveId" clId="{A588564F-2897-43EB-93CA-4192D141789B}" dt="2024-11-11T12:56:36.806" v="140"/>
      <pc:docMkLst>
        <pc:docMk/>
      </pc:docMkLst>
      <pc:sldMasterChg chg="modSp setBg modSldLayout">
        <pc:chgData name="Jonny Currie" userId="72c8be6cffdacb3e" providerId="LiveId" clId="{A588564F-2897-43EB-93CA-4192D141789B}" dt="2024-11-11T12:56:36.806" v="140"/>
        <pc:sldMasterMkLst>
          <pc:docMk/>
          <pc:sldMasterMk cId="3250889555" sldId="2147483648"/>
        </pc:sldMasterMkLst>
        <pc:spChg chg="mod">
          <ac:chgData name="Jonny Currie" userId="72c8be6cffdacb3e" providerId="LiveId" clId="{A588564F-2897-43EB-93CA-4192D141789B}" dt="2024-11-11T12:54:46.079" v="3" actId="207"/>
          <ac:spMkLst>
            <pc:docMk/>
            <pc:sldMasterMk cId="3250889555" sldId="2147483648"/>
            <ac:spMk id="2" creationId="{D48D4057-0B2D-69C9-2E63-43C01243436D}"/>
          </ac:spMkLst>
        </pc:spChg>
        <pc:sldLayoutChg chg="delSp mod 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3026530873" sldId="2147483649"/>
          </pc:sldLayoutMkLst>
          <pc:spChg chg="del">
            <ac:chgData name="Jonny Currie" userId="72c8be6cffdacb3e" providerId="LiveId" clId="{A588564F-2897-43EB-93CA-4192D141789B}" dt="2024-11-11T12:54:24.804" v="2" actId="478"/>
            <ac:spMkLst>
              <pc:docMk/>
              <pc:sldMasterMk cId="3250889555" sldId="2147483648"/>
              <pc:sldLayoutMk cId="3026530873" sldId="2147483649"/>
              <ac:spMk id="5" creationId="{9829AEF8-3564-4D2E-7E28-1141DBB87188}"/>
            </ac:spMkLst>
          </pc:spChg>
          <pc:picChg chg="del">
            <ac:chgData name="Jonny Currie" userId="72c8be6cffdacb3e" providerId="LiveId" clId="{A588564F-2897-43EB-93CA-4192D141789B}" dt="2024-11-11T12:51:34.129" v="0" actId="478"/>
            <ac:picMkLst>
              <pc:docMk/>
              <pc:sldMasterMk cId="3250889555" sldId="2147483648"/>
              <pc:sldLayoutMk cId="3026530873" sldId="2147483649"/>
              <ac:picMk id="9" creationId="{FB2B37CA-FE3C-7312-0CF9-10BE899F63D7}"/>
            </ac:picMkLst>
          </pc:picChg>
          <pc:picChg chg="del">
            <ac:chgData name="Jonny Currie" userId="72c8be6cffdacb3e" providerId="LiveId" clId="{A588564F-2897-43EB-93CA-4192D141789B}" dt="2024-11-11T12:51:36.602" v="1" actId="478"/>
            <ac:picMkLst>
              <pc:docMk/>
              <pc:sldMasterMk cId="3250889555" sldId="2147483648"/>
              <pc:sldLayoutMk cId="3026530873" sldId="2147483649"/>
              <ac:picMk id="10" creationId="{BE2DA1BB-1BB1-516B-24FC-C7FF355ECD7C}"/>
            </ac:picMkLst>
          </pc:picChg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1361459368" sldId="2147483650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1590348363" sldId="2147483651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193663997" sldId="2147483652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4014242202" sldId="2147483653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3376925085" sldId="2147483654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4272887341" sldId="2147483655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1898182934" sldId="2147483656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4223777770" sldId="2147483657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3988608468" sldId="2147483658"/>
          </pc:sldLayoutMkLst>
        </pc:sldLayoutChg>
        <pc:sldLayoutChg chg="setBg">
          <pc:chgData name="Jonny Currie" userId="72c8be6cffdacb3e" providerId="LiveId" clId="{A588564F-2897-43EB-93CA-4192D141789B}" dt="2024-11-11T12:56:36.806" v="140"/>
          <pc:sldLayoutMkLst>
            <pc:docMk/>
            <pc:sldMasterMk cId="3250889555" sldId="2147483648"/>
            <pc:sldLayoutMk cId="250426617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F9E57-E767-459A-B445-4AB0A821B00D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BEC2A-B6BF-4C7C-83D5-CF6C1C8B7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70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BF14-5109-13E9-92CB-52713DB80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9183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194E8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04436-B240-75B5-416E-3431811BA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71505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3812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15A9E-7FC6-60FC-CC8D-EA059B2A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53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1AEA-9AA5-0275-0B80-CA86726BC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47" y="320675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6EB58-5767-A184-CE17-9D8A39614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DA986-181A-C483-F58A-7A3D8AA0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D775-95EA-6A13-6762-8EA0EBDC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4E7EE-81CA-E1AA-38C0-E2647ABD04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070" y="5958245"/>
            <a:ext cx="2520000" cy="7545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1459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1BE9-F4F8-2D14-CAB6-A7AB9C73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15C00-0295-FF1F-4950-DDC184E9D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C0FDE-BCD7-EBAF-F1D8-D139D43F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743C7-20F3-5E10-CA6B-2743A04F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34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4D31-5E3B-8F65-88EC-5D4E9108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18" y="410368"/>
            <a:ext cx="10515600" cy="1325563"/>
          </a:xfrm>
        </p:spPr>
        <p:txBody>
          <a:bodyPr/>
          <a:lstStyle>
            <a:lvl1pPr>
              <a:defRPr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BAB2C-5701-3931-8593-FC53E2CFC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B65C1-B95F-1087-0723-A777DB0D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AD5F0-9526-C582-5313-CD418A99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F1823-064E-6FA5-72CA-CB411AC5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6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1F0D-46BF-E019-7ABE-2ED6B5D10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2" y="355600"/>
            <a:ext cx="10515600" cy="1325563"/>
          </a:xfrm>
        </p:spPr>
        <p:txBody>
          <a:bodyPr/>
          <a:lstStyle>
            <a:lvl1pPr>
              <a:defRPr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94657-1B1C-44D5-0D20-05244089B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20DA8-4F82-1BC7-0C49-1DFB29953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775EF-307E-B3C1-7357-584641D1D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6C4FC-F742-BBFE-4B0A-8F053CAAA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231D0-AED6-8C89-C1EC-21B923DD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B66BB9-A07E-94F6-46F5-0CD6445B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24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F4C9-0A35-55CC-4728-774B9241E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23" y="221690"/>
            <a:ext cx="10515600" cy="1325563"/>
          </a:xfrm>
        </p:spPr>
        <p:txBody>
          <a:bodyPr/>
          <a:lstStyle>
            <a:lvl1pPr>
              <a:defRPr>
                <a:solidFill>
                  <a:srgbClr val="1B2C57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A4347-09D3-8942-FA0C-C6E44BDD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807FC-39A4-C78A-D774-CE997B6E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0BA7FA-8289-FCA4-5536-89353C2D2E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070" y="5958245"/>
            <a:ext cx="2520000" cy="7545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692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38337-4A7A-AB92-B857-E9C42B632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D3290-5894-8698-7A7A-5551C090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754F7-6F34-1FA1-7C28-7CE88CA85F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070" y="5958245"/>
            <a:ext cx="2520000" cy="7545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288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4D32-A320-2486-F3F3-87F5EFA1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D4E32-6FD2-C6C4-8A3E-A76B1E46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82802-0D3B-FCAF-47CD-020DE8C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57381-7673-FD02-2623-C9CE54E9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8B4A4-F141-131A-3B3B-FFCBF9E3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18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BC41-4626-D098-EE2D-F566C43E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E26B8-FBA6-0E83-6E1B-296F88B59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4B6ED-FDF1-D504-451E-719E15537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FB7C5-3127-9D3D-BDA1-EFC33D7F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C26EF-0B14-63C9-FC28-2AF99C49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777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8CDC-3E97-66C8-98E8-06359022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89C2D-2C07-C14C-982B-E3E7C3895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10B33-6275-E8C8-A16B-D0A815A6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17149-6C3D-6471-6429-20B0BFDD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60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5FA4A-5BCA-637C-58C4-B464D2A07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F525C-A19B-2DA4-BA5C-D0C886684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DE0E1-BD9B-F991-D068-B0BDE85B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4E58B-D966-F672-BF95-4AF45945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7E90D-62B7-4789-BD76-D6360EEFD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26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8D4057-0B2D-69C9-2E63-43C012434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568E4-BE54-E92D-71D2-C5E1E0621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8D562-DA0B-E13C-8248-FA5F1F719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3922-EB1C-97D7-D927-D455C1B8A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CFA7E90D-62B7-4789-BD76-D6360EEFD97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88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194E82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86BD-6CA1-C6D0-1F14-646A7C2BB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75013"/>
            <a:ext cx="9144000" cy="23876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A71AA-D3C6-50F2-58C6-BC90E8CB7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54688"/>
            <a:ext cx="9144000" cy="165576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68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8284-BF72-8D4B-422B-AF019FCC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384175"/>
            <a:ext cx="10515600" cy="1325563"/>
          </a:xfrm>
        </p:spPr>
        <p:txBody>
          <a:bodyPr>
            <a:normAutofit/>
          </a:bodyPr>
          <a:lstStyle/>
          <a:p>
            <a:endParaRPr lang="en-GB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CC29A-0597-2985-A6F1-1EF0EF8E7B3A}"/>
              </a:ext>
            </a:extLst>
          </p:cNvPr>
          <p:cNvSpPr txBox="1"/>
          <p:nvPr/>
        </p:nvSpPr>
        <p:spPr>
          <a:xfrm>
            <a:off x="4839629" y="6129492"/>
            <a:ext cx="4772722" cy="515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59AEB-E93F-C055-3512-0F022AF4F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54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Poppins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Jonny Currie</dc:creator>
  <cp:lastModifiedBy>Jonny Currie</cp:lastModifiedBy>
  <cp:revision>20</cp:revision>
  <dcterms:created xsi:type="dcterms:W3CDTF">2024-06-30T21:02:21Z</dcterms:created>
  <dcterms:modified xsi:type="dcterms:W3CDTF">2025-01-06T11:22:25Z</dcterms:modified>
</cp:coreProperties>
</file>